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Lato" charset="1" panose="020F0502020204030203"/>
      <p:regular r:id="rId18"/>
    </p:embeddedFont>
    <p:embeddedFont>
      <p:font typeface="Open Sans" charset="1" panose="020B0606030504020204"/>
      <p:regular r:id="rId19"/>
    </p:embeddedFont>
    <p:embeddedFont>
      <p:font typeface="Akzidenz-Grotesk" charset="1" panose="020005030300000200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4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85972" y="1218795"/>
            <a:ext cx="8445443" cy="5352886"/>
          </a:xfrm>
          <a:custGeom>
            <a:avLst/>
            <a:gdLst/>
            <a:ahLst/>
            <a:cxnLst/>
            <a:rect r="r" b="b" t="t" l="l"/>
            <a:pathLst>
              <a:path h="5352886" w="8445443">
                <a:moveTo>
                  <a:pt x="0" y="0"/>
                </a:moveTo>
                <a:lnTo>
                  <a:pt x="8445444" y="0"/>
                </a:lnTo>
                <a:lnTo>
                  <a:pt x="8445444" y="5352887"/>
                </a:lnTo>
                <a:lnTo>
                  <a:pt x="0" y="535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80" r="0" b="-671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6135" y="2056007"/>
            <a:ext cx="16330635" cy="132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1"/>
              </a:lnSpc>
            </a:pPr>
            <a:r>
              <a:rPr lang="en-US" sz="871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BIG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8665" y="7354882"/>
            <a:ext cx="16109155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Ettore Carvali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Ha Linh NGUYEN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665" y="8694590"/>
            <a:ext cx="431308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Université Toulouse Capitole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135" y="4995551"/>
            <a:ext cx="11921878" cy="146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1"/>
              </a:lnSpc>
            </a:pPr>
            <a:r>
              <a:rPr lang="en-US" sz="501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ANALYSE TEMPS RÉEL METÉO STATION MONTAUDRAN - TOULOUSE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80473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02" t="0" r="0" b="-143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3190" y="1263256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00747" y="796530"/>
            <a:ext cx="588650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SOMMAIRE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96800" y="3061340"/>
            <a:ext cx="7450723" cy="765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7"/>
              </a:lnSpc>
            </a:pPr>
            <a:r>
              <a:rPr lang="en-US" sz="40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1) Contexte et Objectif</a:t>
            </a: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  <a:r>
              <a:rPr lang="en-US" sz="40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2) Architecture mise en place </a:t>
            </a: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  <a:r>
              <a:rPr lang="en-US" sz="40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3) Choix Techniques</a:t>
            </a: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  <a:r>
              <a:rPr lang="en-US" sz="40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4) Résultats des requêtes</a:t>
            </a: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68496" y="2040630"/>
            <a:ext cx="10358950" cy="6943601"/>
          </a:xfrm>
          <a:custGeom>
            <a:avLst/>
            <a:gdLst/>
            <a:ahLst/>
            <a:cxnLst/>
            <a:rect r="r" b="b" t="t" l="l"/>
            <a:pathLst>
              <a:path h="6943601" w="10358950">
                <a:moveTo>
                  <a:pt x="0" y="0"/>
                </a:moveTo>
                <a:lnTo>
                  <a:pt x="10358950" y="0"/>
                </a:lnTo>
                <a:lnTo>
                  <a:pt x="10358950" y="6943601"/>
                </a:lnTo>
                <a:lnTo>
                  <a:pt x="0" y="694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365" y="7566260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02" t="0" r="0" b="-14318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44399" y="1829435"/>
            <a:ext cx="4840331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94100"/>
            <a:ext cx="7471729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Dans ce projet, nous avons choisis de traiter les données du capteur n°12 situé plus précisement dans le quartier Montaudran de Toulouse.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capteur fait partie d'un réseau de stations météo situées sur la métropole Toulousaine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83517" y="3893780"/>
            <a:ext cx="787578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but de ce projet est de pouvoir mettre en place une application de collecte, de stockage et d’analyse en temps réel des données météos du quartier de Montaudran à l’aide d’une architecture serverless sur AWS.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01243" y="1829435"/>
            <a:ext cx="4840331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75605" y="7057728"/>
            <a:ext cx="8445443" cy="5352886"/>
          </a:xfrm>
          <a:custGeom>
            <a:avLst/>
            <a:gdLst/>
            <a:ahLst/>
            <a:cxnLst/>
            <a:rect r="r" b="b" t="t" l="l"/>
            <a:pathLst>
              <a:path h="5352886" w="8445443">
                <a:moveTo>
                  <a:pt x="0" y="0"/>
                </a:moveTo>
                <a:lnTo>
                  <a:pt x="8445444" y="0"/>
                </a:lnTo>
                <a:lnTo>
                  <a:pt x="8445444" y="5352886"/>
                </a:lnTo>
                <a:lnTo>
                  <a:pt x="0" y="5352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80" r="0" b="-671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6563" y="2162517"/>
            <a:ext cx="11544624" cy="7295467"/>
            <a:chOff x="0" y="0"/>
            <a:chExt cx="3040559" cy="1921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0559" cy="1921440"/>
            </a:xfrm>
            <a:custGeom>
              <a:avLst/>
              <a:gdLst/>
              <a:ahLst/>
              <a:cxnLst/>
              <a:rect r="r" b="b" t="t" l="l"/>
              <a:pathLst>
                <a:path h="1921440" w="3040559">
                  <a:moveTo>
                    <a:pt x="0" y="0"/>
                  </a:moveTo>
                  <a:lnTo>
                    <a:pt x="3040559" y="0"/>
                  </a:lnTo>
                  <a:lnTo>
                    <a:pt x="3040559" y="1921440"/>
                  </a:lnTo>
                  <a:lnTo>
                    <a:pt x="0" y="192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40559" cy="1969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68579" y="4359472"/>
            <a:ext cx="1987525" cy="1353580"/>
          </a:xfrm>
          <a:custGeom>
            <a:avLst/>
            <a:gdLst/>
            <a:ahLst/>
            <a:cxnLst/>
            <a:rect r="r" b="b" t="t" l="l"/>
            <a:pathLst>
              <a:path h="1353580" w="1987525">
                <a:moveTo>
                  <a:pt x="0" y="0"/>
                </a:moveTo>
                <a:lnTo>
                  <a:pt x="1987525" y="0"/>
                </a:lnTo>
                <a:lnTo>
                  <a:pt x="1987525" y="1353581"/>
                </a:lnTo>
                <a:lnTo>
                  <a:pt x="0" y="1353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41" t="0" r="-3818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02136" y="4286752"/>
            <a:ext cx="1796052" cy="1523499"/>
          </a:xfrm>
          <a:custGeom>
            <a:avLst/>
            <a:gdLst/>
            <a:ahLst/>
            <a:cxnLst/>
            <a:rect r="r" b="b" t="t" l="l"/>
            <a:pathLst>
              <a:path h="1523499" w="1796052">
                <a:moveTo>
                  <a:pt x="0" y="0"/>
                </a:moveTo>
                <a:lnTo>
                  <a:pt x="1796052" y="0"/>
                </a:lnTo>
                <a:lnTo>
                  <a:pt x="1796052" y="1523499"/>
                </a:lnTo>
                <a:lnTo>
                  <a:pt x="0" y="1523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368" t="0" r="-3120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14563" y="7402885"/>
            <a:ext cx="1889690" cy="1720491"/>
          </a:xfrm>
          <a:custGeom>
            <a:avLst/>
            <a:gdLst/>
            <a:ahLst/>
            <a:cxnLst/>
            <a:rect r="r" b="b" t="t" l="l"/>
            <a:pathLst>
              <a:path h="1720491" w="1889690">
                <a:moveTo>
                  <a:pt x="0" y="0"/>
                </a:moveTo>
                <a:lnTo>
                  <a:pt x="1889690" y="0"/>
                </a:lnTo>
                <a:lnTo>
                  <a:pt x="1889690" y="1720491"/>
                </a:lnTo>
                <a:lnTo>
                  <a:pt x="0" y="1720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350" t="0" r="-40602" b="-1303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40325" y="7167207"/>
            <a:ext cx="1960862" cy="1873164"/>
          </a:xfrm>
          <a:custGeom>
            <a:avLst/>
            <a:gdLst/>
            <a:ahLst/>
            <a:cxnLst/>
            <a:rect r="r" b="b" t="t" l="l"/>
            <a:pathLst>
              <a:path h="1873164" w="1960862">
                <a:moveTo>
                  <a:pt x="0" y="0"/>
                </a:moveTo>
                <a:lnTo>
                  <a:pt x="1960862" y="0"/>
                </a:lnTo>
                <a:lnTo>
                  <a:pt x="1960862" y="1873163"/>
                </a:lnTo>
                <a:lnTo>
                  <a:pt x="0" y="1873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688" t="-10590" r="-76901" b="-1020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86813" y="4286752"/>
            <a:ext cx="1493738" cy="1493738"/>
          </a:xfrm>
          <a:custGeom>
            <a:avLst/>
            <a:gdLst/>
            <a:ahLst/>
            <a:cxnLst/>
            <a:rect r="r" b="b" t="t" l="l"/>
            <a:pathLst>
              <a:path h="1493738" w="1493738">
                <a:moveTo>
                  <a:pt x="0" y="0"/>
                </a:moveTo>
                <a:lnTo>
                  <a:pt x="1493737" y="0"/>
                </a:lnTo>
                <a:lnTo>
                  <a:pt x="1493737" y="1493737"/>
                </a:lnTo>
                <a:lnTo>
                  <a:pt x="0" y="149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881112" y="3279081"/>
            <a:ext cx="19050" cy="10803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>
            <a:off x="11798188" y="5072139"/>
            <a:ext cx="25388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V="true">
            <a:off x="15577800" y="5713053"/>
            <a:ext cx="0" cy="15088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>
            <a:off x="6652930" y="8244080"/>
            <a:ext cx="372035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065517" y="1990287"/>
            <a:ext cx="3471572" cy="1715018"/>
          </a:xfrm>
          <a:custGeom>
            <a:avLst/>
            <a:gdLst/>
            <a:ahLst/>
            <a:cxnLst/>
            <a:rect r="r" b="b" t="t" l="l"/>
            <a:pathLst>
              <a:path h="1715018" w="3471572">
                <a:moveTo>
                  <a:pt x="0" y="0"/>
                </a:moveTo>
                <a:lnTo>
                  <a:pt x="3471572" y="0"/>
                </a:lnTo>
                <a:lnTo>
                  <a:pt x="3471572" y="1715018"/>
                </a:lnTo>
                <a:lnTo>
                  <a:pt x="0" y="1715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109" r="0" b="-3109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3380550" y="5091189"/>
            <a:ext cx="6621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375482" y="7498008"/>
            <a:ext cx="1301679" cy="1625368"/>
          </a:xfrm>
          <a:custGeom>
            <a:avLst/>
            <a:gdLst/>
            <a:ahLst/>
            <a:cxnLst/>
            <a:rect r="r" b="b" t="t" l="l"/>
            <a:pathLst>
              <a:path h="1625368" w="1301679">
                <a:moveTo>
                  <a:pt x="0" y="0"/>
                </a:moveTo>
                <a:lnTo>
                  <a:pt x="1301679" y="0"/>
                </a:lnTo>
                <a:lnTo>
                  <a:pt x="1301679" y="1625368"/>
                </a:lnTo>
                <a:lnTo>
                  <a:pt x="0" y="16253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110" r="0" b="-211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9049" y="1028700"/>
            <a:ext cx="15669903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MISE EN PLACE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96113" y="5233036"/>
            <a:ext cx="205359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ingestion des données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55808" y="4138011"/>
            <a:ext cx="181834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stocker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les données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66895" y="6010276"/>
            <a:ext cx="284484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transformer l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données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04628" y="8377430"/>
            <a:ext cx="284484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exécuter les requêtes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40301" y="3469085"/>
            <a:ext cx="18183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planifier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11969603" y="8225030"/>
            <a:ext cx="28408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12140712" y="8301230"/>
            <a:ext cx="235568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identifier schéma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6242" y="2520465"/>
            <a:ext cx="1665123" cy="1353580"/>
          </a:xfrm>
          <a:custGeom>
            <a:avLst/>
            <a:gdLst/>
            <a:ahLst/>
            <a:cxnLst/>
            <a:rect r="r" b="b" t="t" l="l"/>
            <a:pathLst>
              <a:path h="1353580" w="1665123">
                <a:moveTo>
                  <a:pt x="0" y="0"/>
                </a:moveTo>
                <a:lnTo>
                  <a:pt x="1665124" y="0"/>
                </a:lnTo>
                <a:lnTo>
                  <a:pt x="1665124" y="1353580"/>
                </a:lnTo>
                <a:lnTo>
                  <a:pt x="0" y="1353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888" t="0" r="-4881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600" y="4660327"/>
            <a:ext cx="3218609" cy="2802351"/>
            <a:chOff x="0" y="0"/>
            <a:chExt cx="4291478" cy="37364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449776"/>
              <a:ext cx="4291478" cy="2286691"/>
            </a:xfrm>
            <a:custGeom>
              <a:avLst/>
              <a:gdLst/>
              <a:ahLst/>
              <a:cxnLst/>
              <a:rect r="r" b="b" t="t" l="l"/>
              <a:pathLst>
                <a:path h="2286691" w="4291478">
                  <a:moveTo>
                    <a:pt x="0" y="0"/>
                  </a:moveTo>
                  <a:lnTo>
                    <a:pt x="4291478" y="0"/>
                  </a:lnTo>
                  <a:lnTo>
                    <a:pt x="4291478" y="2286692"/>
                  </a:lnTo>
                  <a:lnTo>
                    <a:pt x="0" y="2286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44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1524" y="0"/>
              <a:ext cx="2495932" cy="1814564"/>
            </a:xfrm>
            <a:custGeom>
              <a:avLst/>
              <a:gdLst/>
              <a:ahLst/>
              <a:cxnLst/>
              <a:rect r="r" b="b" t="t" l="l"/>
              <a:pathLst>
                <a:path h="1814564" w="2495932">
                  <a:moveTo>
                    <a:pt x="0" y="0"/>
                  </a:moveTo>
                  <a:lnTo>
                    <a:pt x="2495932" y="0"/>
                  </a:lnTo>
                  <a:lnTo>
                    <a:pt x="2495932" y="1814564"/>
                  </a:lnTo>
                  <a:lnTo>
                    <a:pt x="0" y="1814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054" t="0" r="-27047" b="-1194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90815" y="5290674"/>
            <a:ext cx="1806816" cy="1541657"/>
          </a:xfrm>
          <a:custGeom>
            <a:avLst/>
            <a:gdLst/>
            <a:ahLst/>
            <a:cxnLst/>
            <a:rect r="r" b="b" t="t" l="l"/>
            <a:pathLst>
              <a:path h="1541657" w="1806816">
                <a:moveTo>
                  <a:pt x="0" y="0"/>
                </a:moveTo>
                <a:lnTo>
                  <a:pt x="1806817" y="0"/>
                </a:lnTo>
                <a:lnTo>
                  <a:pt x="1806817" y="1541657"/>
                </a:lnTo>
                <a:lnTo>
                  <a:pt x="0" y="1541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991" t="0" r="-33292" b="-116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9049" y="1028700"/>
            <a:ext cx="15669903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CHOIX TECHNIQUES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1208" y="5105400"/>
            <a:ext cx="5435566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Déploiment de la fonction lambda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Déploiement de l’Event Bridge tout les 15 mins pour le temps réel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Puis execution de la fonction lambda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4965" y="2258409"/>
            <a:ext cx="5551713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Déploiment de 3 buckets : 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meteo-raw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meteo-processed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athena-query-10023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780215" y="5765217"/>
            <a:ext cx="555171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Déploiement des 5 requetes SQL sur Athéna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141925" y="2629729"/>
            <a:ext cx="1304597" cy="1438540"/>
          </a:xfrm>
          <a:custGeom>
            <a:avLst/>
            <a:gdLst/>
            <a:ahLst/>
            <a:cxnLst/>
            <a:rect r="r" b="b" t="t" l="l"/>
            <a:pathLst>
              <a:path h="1438540" w="1304597">
                <a:moveTo>
                  <a:pt x="0" y="0"/>
                </a:moveTo>
                <a:lnTo>
                  <a:pt x="1304597" y="0"/>
                </a:lnTo>
                <a:lnTo>
                  <a:pt x="1304597" y="1438540"/>
                </a:lnTo>
                <a:lnTo>
                  <a:pt x="0" y="1438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709" t="-12153" r="-94709" b="-1805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19809" y="2557789"/>
            <a:ext cx="4859143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Déploiement de la base de données Glue ainsi que le Glue crawler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19410" y="8015605"/>
            <a:ext cx="12974729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Une fois l’ensemble les ressources déployer, on exécute la fonction lambda, le crawler et les requetes sur Athéna 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 récupère les résultats des requetes sur des fichiers csv dans cloud9 ainsi que sur le bucket Athena-query-10023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8073" y="6850879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02" t="0" r="0" b="-143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3960" y="1829435"/>
            <a:ext cx="11319627" cy="4294576"/>
          </a:xfrm>
          <a:custGeom>
            <a:avLst/>
            <a:gdLst/>
            <a:ahLst/>
            <a:cxnLst/>
            <a:rect r="r" b="b" t="t" l="l"/>
            <a:pathLst>
              <a:path h="4294576" w="11319627">
                <a:moveTo>
                  <a:pt x="0" y="0"/>
                </a:moveTo>
                <a:lnTo>
                  <a:pt x="11319627" y="0"/>
                </a:lnTo>
                <a:lnTo>
                  <a:pt x="11319627" y="4294577"/>
                </a:lnTo>
                <a:lnTo>
                  <a:pt x="0" y="4294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17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92364" y="5510722"/>
            <a:ext cx="10940075" cy="4508375"/>
          </a:xfrm>
          <a:custGeom>
            <a:avLst/>
            <a:gdLst/>
            <a:ahLst/>
            <a:cxnLst/>
            <a:rect r="r" b="b" t="t" l="l"/>
            <a:pathLst>
              <a:path h="4508375" w="10940075">
                <a:moveTo>
                  <a:pt x="0" y="0"/>
                </a:moveTo>
                <a:lnTo>
                  <a:pt x="10940074" y="0"/>
                </a:lnTo>
                <a:lnTo>
                  <a:pt x="10940074" y="4508375"/>
                </a:lnTo>
                <a:lnTo>
                  <a:pt x="0" y="450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58" r="0" b="-9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9049" y="1028700"/>
            <a:ext cx="15669903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DES REQUÊTES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8073" y="6850879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02" t="0" r="0" b="-143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3859" y="1829435"/>
            <a:ext cx="11301259" cy="4873668"/>
          </a:xfrm>
          <a:custGeom>
            <a:avLst/>
            <a:gdLst/>
            <a:ahLst/>
            <a:cxnLst/>
            <a:rect r="r" b="b" t="t" l="l"/>
            <a:pathLst>
              <a:path h="4873668" w="11301259">
                <a:moveTo>
                  <a:pt x="0" y="0"/>
                </a:moveTo>
                <a:lnTo>
                  <a:pt x="11301259" y="0"/>
                </a:lnTo>
                <a:lnTo>
                  <a:pt x="11301259" y="4873668"/>
                </a:lnTo>
                <a:lnTo>
                  <a:pt x="0" y="4873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14868" y="5143500"/>
            <a:ext cx="11301259" cy="4916048"/>
          </a:xfrm>
          <a:custGeom>
            <a:avLst/>
            <a:gdLst/>
            <a:ahLst/>
            <a:cxnLst/>
            <a:rect r="r" b="b" t="t" l="l"/>
            <a:pathLst>
              <a:path h="4916048" w="11301259">
                <a:moveTo>
                  <a:pt x="0" y="0"/>
                </a:moveTo>
                <a:lnTo>
                  <a:pt x="11301259" y="0"/>
                </a:lnTo>
                <a:lnTo>
                  <a:pt x="11301259" y="4916048"/>
                </a:lnTo>
                <a:lnTo>
                  <a:pt x="0" y="4916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9049" y="1028700"/>
            <a:ext cx="15669903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DES REQUÊTES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8073" y="6850879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02" t="0" r="0" b="-143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6695" y="1946952"/>
            <a:ext cx="15592605" cy="6665839"/>
          </a:xfrm>
          <a:custGeom>
            <a:avLst/>
            <a:gdLst/>
            <a:ahLst/>
            <a:cxnLst/>
            <a:rect r="r" b="b" t="t" l="l"/>
            <a:pathLst>
              <a:path h="6665839" w="15592605">
                <a:moveTo>
                  <a:pt x="0" y="0"/>
                </a:moveTo>
                <a:lnTo>
                  <a:pt x="15592605" y="0"/>
                </a:lnTo>
                <a:lnTo>
                  <a:pt x="15592605" y="6665839"/>
                </a:lnTo>
                <a:lnTo>
                  <a:pt x="0" y="6665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049" y="1028700"/>
            <a:ext cx="15669903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DES REQUÊTES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616" y="2246290"/>
            <a:ext cx="9383678" cy="2897210"/>
          </a:xfrm>
          <a:custGeom>
            <a:avLst/>
            <a:gdLst/>
            <a:ahLst/>
            <a:cxnLst/>
            <a:rect r="r" b="b" t="t" l="l"/>
            <a:pathLst>
              <a:path h="2897210" w="9383678">
                <a:moveTo>
                  <a:pt x="0" y="0"/>
                </a:moveTo>
                <a:lnTo>
                  <a:pt x="9383678" y="0"/>
                </a:lnTo>
                <a:lnTo>
                  <a:pt x="9383678" y="2897210"/>
                </a:lnTo>
                <a:lnTo>
                  <a:pt x="0" y="28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24264" y="2115810"/>
            <a:ext cx="7430989" cy="3158170"/>
          </a:xfrm>
          <a:custGeom>
            <a:avLst/>
            <a:gdLst/>
            <a:ahLst/>
            <a:cxnLst/>
            <a:rect r="r" b="b" t="t" l="l"/>
            <a:pathLst>
              <a:path h="3158170" w="7430989">
                <a:moveTo>
                  <a:pt x="0" y="0"/>
                </a:moveTo>
                <a:lnTo>
                  <a:pt x="7430990" y="0"/>
                </a:lnTo>
                <a:lnTo>
                  <a:pt x="7430990" y="3158170"/>
                </a:lnTo>
                <a:lnTo>
                  <a:pt x="0" y="315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4825" y="5370800"/>
            <a:ext cx="8967965" cy="3217679"/>
          </a:xfrm>
          <a:custGeom>
            <a:avLst/>
            <a:gdLst/>
            <a:ahLst/>
            <a:cxnLst/>
            <a:rect r="r" b="b" t="t" l="l"/>
            <a:pathLst>
              <a:path h="3217679" w="8967965">
                <a:moveTo>
                  <a:pt x="0" y="0"/>
                </a:moveTo>
                <a:lnTo>
                  <a:pt x="8967965" y="0"/>
                </a:lnTo>
                <a:lnTo>
                  <a:pt x="8967965" y="3217679"/>
                </a:lnTo>
                <a:lnTo>
                  <a:pt x="0" y="3217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83" r="0" b="-20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57891" y="5620827"/>
            <a:ext cx="7963736" cy="2717625"/>
          </a:xfrm>
          <a:custGeom>
            <a:avLst/>
            <a:gdLst/>
            <a:ahLst/>
            <a:cxnLst/>
            <a:rect r="r" b="b" t="t" l="l"/>
            <a:pathLst>
              <a:path h="2717625" w="7963736">
                <a:moveTo>
                  <a:pt x="0" y="0"/>
                </a:moveTo>
                <a:lnTo>
                  <a:pt x="7963736" y="0"/>
                </a:lnTo>
                <a:lnTo>
                  <a:pt x="7963736" y="2717625"/>
                </a:lnTo>
                <a:lnTo>
                  <a:pt x="0" y="2717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9049" y="1028700"/>
            <a:ext cx="15669903" cy="8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SUR INSTANCE UBUNTU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102" y="3765375"/>
            <a:ext cx="16528387" cy="290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24"/>
              </a:lnSpc>
              <a:spcBef>
                <a:spcPct val="0"/>
              </a:spcBef>
            </a:pPr>
            <a:r>
              <a:rPr lang="en-US" sz="11772" spc="-459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MERCI DE VOTRE ATTENTION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481053" y="1056290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7" y="0"/>
                </a:lnTo>
                <a:lnTo>
                  <a:pt x="283747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29037" y="1056290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6" y="0"/>
                </a:lnTo>
                <a:lnTo>
                  <a:pt x="283746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132227" y="1056290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6" y="0"/>
                </a:lnTo>
                <a:lnTo>
                  <a:pt x="283746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35113" y="-209386"/>
            <a:ext cx="8445443" cy="5352886"/>
          </a:xfrm>
          <a:custGeom>
            <a:avLst/>
            <a:gdLst/>
            <a:ahLst/>
            <a:cxnLst/>
            <a:rect r="r" b="b" t="t" l="l"/>
            <a:pathLst>
              <a:path h="5352886" w="8445443">
                <a:moveTo>
                  <a:pt x="0" y="0"/>
                </a:moveTo>
                <a:lnTo>
                  <a:pt x="8445443" y="0"/>
                </a:lnTo>
                <a:lnTo>
                  <a:pt x="8445443" y="5352886"/>
                </a:lnTo>
                <a:lnTo>
                  <a:pt x="0" y="5352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280" r="0" b="-671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29606" y="7497551"/>
            <a:ext cx="8445443" cy="5352886"/>
          </a:xfrm>
          <a:custGeom>
            <a:avLst/>
            <a:gdLst/>
            <a:ahLst/>
            <a:cxnLst/>
            <a:rect r="r" b="b" t="t" l="l"/>
            <a:pathLst>
              <a:path h="5352886" w="8445443">
                <a:moveTo>
                  <a:pt x="0" y="0"/>
                </a:moveTo>
                <a:lnTo>
                  <a:pt x="8445443" y="0"/>
                </a:lnTo>
                <a:lnTo>
                  <a:pt x="8445443" y="5352887"/>
                </a:lnTo>
                <a:lnTo>
                  <a:pt x="0" y="5352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280" r="0" b="-671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DAHA7TVb6qo</dc:identifier>
  <dcterms:modified xsi:type="dcterms:W3CDTF">2011-08-01T06:04:30Z</dcterms:modified>
  <cp:revision>1</cp:revision>
  <dc:title>Copie de Gourvernance SI - Intéropérabilité </dc:title>
</cp:coreProperties>
</file>